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0bcf50061a41bb" /><Relationship Type="http://schemas.openxmlformats.org/officeDocument/2006/relationships/extended-properties" Target="/docProps/app.xml" Id="Rc7e80d50adba4a67" /><Relationship Type="http://schemas.openxmlformats.org/officeDocument/2006/relationships/officeDocument" Target="/ppt/presentation.xml" Id="R62d638189fbd4385" /></Relationships>
</file>

<file path=ppt/presentation.xml><?xml version="1.0" encoding="utf-8"?>
<p:presentation xmlns:p="http://schemas.openxmlformats.org/presentationml/2006/main">
  <p:sldMasterIdLst>
    <p:sldMasterId xmlns:r="http://schemas.openxmlformats.org/officeDocument/2006/relationships" id="2147483648" r:id="Rb18a0937d4e84a19"/>
  </p:sldMasterIdLst>
  <p:notesMasterIdLst>
    <p:notesMasterId xmlns:r="http://schemas.openxmlformats.org/officeDocument/2006/relationships" r:id="R190e617ba8784703"/>
  </p:notesMasterIdLst>
  <p:sldIdLst>
    <p:sldId xmlns:r="http://schemas.openxmlformats.org/officeDocument/2006/relationships" id="256" r:id="R7fdc9f1924a24e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8e3d1fd8544d0d" /><Relationship Type="http://schemas.openxmlformats.org/officeDocument/2006/relationships/slideMaster" Target="/ppt/slideMasters/slideMaster1.xml" Id="Rb18a0937d4e84a19" /><Relationship Type="http://schemas.openxmlformats.org/officeDocument/2006/relationships/notesMaster" Target="/ppt/notesMasters/notesMaster1.xml" Id="R190e617ba8784703" /><Relationship Type="http://schemas.openxmlformats.org/officeDocument/2006/relationships/presProps" Target="/ppt/presProps.xml" Id="Rb3692b8d1bf544b9" /><Relationship Type="http://schemas.openxmlformats.org/officeDocument/2006/relationships/tableStyles" Target="/ppt/tableStyles.xml" Id="Re5c8808b92a148f4" /><Relationship Type="http://schemas.openxmlformats.org/officeDocument/2006/relationships/slide" Target="/ppt/slides/slide1.xml" Id="R7fdc9f1924a24e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9bd706ae684c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a0f62940974297" /><Relationship Type="http://schemas.openxmlformats.org/officeDocument/2006/relationships/notesMaster" Target="/ppt/notesMasters/notesMaster1.xml" Id="R1e9e4371210443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garuda_v3/artifacts/ids2018_host_run/metrics.json, 77 test examples, FPR 1.0. Fresh independent holdout needed because existing holdout has informed development. Threshold targets are proposed pilot acceptance criteria, not achieved results. HTTP lab validation tests do not establish model efficacy or enterprise firewall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47f9c5b4814a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979f3908254fd9" /><Relationship Type="http://schemas.openxmlformats.org/officeDocument/2006/relationships/slideLayout" Target="/ppt/slideLayouts/slideLayout1.xml" Id="R704f740ab56141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4f740ab56141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87c0b626ec4f59" /><Relationship Type="http://schemas.openxmlformats.org/officeDocument/2006/relationships/notesSlide" Target="/ppt/notesSlides/notesSlide1.xml" Id="Rb6b6aa0c5c774e07" /></Relationships>
</file>

<file path=ppt/slides/slide1.xml><?xml version="1.0" encoding="utf-8"?>
<p:sld xmlns:p="http://schemas.openxmlformats.org/presentationml/2006/main">
  <p:cSld>
    <p:bg>
      <p:bgPr>
        <a:solidFill xmlns:a="http://schemas.openxmlformats.org/drawingml/2006/main">
          <a:srgbClr val="0A111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230A39-A955-4BD0-B850-E11A759535AF}"/>
              </a:ext>
            </a:extLst>
          </p:cNvPr>
          <p:cNvSpPr>
            <a:spLocks xmlns:a="http://schemas.openxmlformats.org/drawingml/2006/main" noGrp="1"/>
          </p:cNvSpPr>
          <p:nvPr/>
        </p:nvSpPr>
        <p:spPr>
          <a:xfrm xmlns:a="http://schemas.openxmlformats.org/drawingml/2006/main">
            <a:off x="609600" y="4000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E5EFF4"/>
                </a:solidFill>
                <a:latin typeface="Bitstream Charter"/>
                <a:ea typeface="Bitstream Charter"/>
                <a:cs typeface="Bitstream Charter"/>
              </a:defRPr>
            </a:pPr>
            <a:r>
              <a:rPr sz="3225" b="1">
                <a:solidFill>
                  <a:srgbClr val="E5EFF4"/>
                </a:solidFill>
                <a:latin typeface="Bitstream Charter"/>
                <a:ea typeface="Bitstream Charter"/>
                <a:cs typeface="Bitstream Charter"/>
              </a:rPr>
              <a:t>Cross-day validation and pilot roadmap</a:t>
            </a:r>
          </a:p>
        </p:txBody>
      </p:sp>
      <p:sp>
        <p:nvSpPr>
          <p:cNvPr id="2" name="">
            <a:extLst xmlns:a="http://schemas.openxmlformats.org/drawingml/2006/main">
              <a:ext uri="{FF2B5EF4-FFF2-40B4-BE49-F238E27FC236}">
                <a16:creationId xmlns:a16="http://schemas.microsoft.com/office/drawing/2014/main" id="{78669516-DA9C-4498-9375-FA9085727AA7}"/>
              </a:ext>
            </a:extLst>
          </p:cNvPr>
          <p:cNvSpPr>
            <a:spLocks xmlns:a="http://schemas.openxmlformats.org/drawingml/2006/main" noGrp="1"/>
          </p:cNvSpPr>
          <p:nvPr/>
        </p:nvSpPr>
        <p:spPr>
          <a:xfrm xmlns:a="http://schemas.openxmlformats.org/drawingml/2006/main">
            <a:off x="609600" y="11430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E3BD87"/>
                </a:solidFill>
                <a:latin typeface="Bitstream Charter"/>
                <a:ea typeface="Bitstream Charter"/>
                <a:cs typeface="Bitstream Charter"/>
              </a:defRPr>
            </a:pPr>
            <a:r>
              <a:rPr sz="1950" b="0">
                <a:solidFill>
                  <a:srgbClr val="E3BD87"/>
                </a:solidFill>
                <a:latin typeface="Bitstream Charter"/>
                <a:ea typeface="Bitstream Charter"/>
                <a:cs typeface="Bitstream Charter"/>
              </a:rPr>
              <a:t>Current host test: FPR 100% across 77 examples. Production release gate has not passed.</a:t>
            </a:r>
          </a:p>
        </p:txBody>
      </p:sp>
      <p:sp>
        <p:nvSpPr>
          <p:cNvPr id="3" name="">
            <a:extLst xmlns:a="http://schemas.openxmlformats.org/drawingml/2006/main">
              <a:ext uri="{FF2B5EF4-FFF2-40B4-BE49-F238E27FC236}">
                <a16:creationId xmlns:a16="http://schemas.microsoft.com/office/drawing/2014/main" id="{3DB2A2DE-BA5B-4018-B357-01054BD8CCEC}"/>
              </a:ext>
            </a:extLst>
          </p:cNvPr>
          <p:cNvSpPr>
            <a:spLocks xmlns:a="http://schemas.openxmlformats.org/drawingml/2006/main" noGrp="1"/>
          </p:cNvSpPr>
          <p:nvPr/>
        </p:nvSpPr>
        <p:spPr>
          <a:xfrm xmlns:a="http://schemas.openxmlformats.org/drawingml/2006/main">
            <a:off x="609600" y="2143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5F2CF"/>
                </a:solidFill>
                <a:latin typeface="Bitstream Charter"/>
                <a:ea typeface="Bitstream Charter"/>
                <a:cs typeface="Bitstream Charter"/>
              </a:defRPr>
            </a:pPr>
            <a:r>
              <a:rPr sz="2175" b="1">
                <a:solidFill>
                  <a:srgbClr val="B5F2CF"/>
                </a:solidFill>
                <a:latin typeface="Bitstream Charter"/>
                <a:ea typeface="Bitstream Charter"/>
                <a:cs typeface="Bitstream Charter"/>
              </a:rPr>
              <a:t>01  Fresh held-out capture days</a:t>
            </a:r>
          </a:p>
        </p:txBody>
      </p:sp>
      <p:sp>
        <p:nvSpPr>
          <p:cNvPr id="4" name="">
            <a:extLst xmlns:a="http://schemas.openxmlformats.org/drawingml/2006/main">
              <a:ext uri="{FF2B5EF4-FFF2-40B4-BE49-F238E27FC236}">
                <a16:creationId xmlns:a16="http://schemas.microsoft.com/office/drawing/2014/main" id="{56D6E38A-4113-4173-8EBA-9F8C099F7A23}"/>
              </a:ext>
            </a:extLst>
          </p:cNvPr>
          <p:cNvSpPr>
            <a:spLocks xmlns:a="http://schemas.openxmlformats.org/drawingml/2006/main" noGrp="1"/>
          </p:cNvSpPr>
          <p:nvPr/>
        </p:nvSpPr>
        <p:spPr>
          <a:xfrm xmlns:a="http://schemas.openxmlformats.org/drawingml/2006/main">
            <a:off x="609600" y="2667000"/>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Freeze capture-day and attack-family splits.</a:t>
            </a:r>
          </a:p>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Fit normalization and calibration on training</a:t>
            </a:r>
          </a:p>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and validation data only.</a:t>
            </a:r>
          </a:p>
        </p:txBody>
      </p:sp>
      <p:sp>
        <p:nvSpPr>
          <p:cNvPr id="5" name="">
            <a:extLst xmlns:a="http://schemas.openxmlformats.org/drawingml/2006/main">
              <a:ext uri="{FF2B5EF4-FFF2-40B4-BE49-F238E27FC236}">
                <a16:creationId xmlns:a16="http://schemas.microsoft.com/office/drawing/2014/main" id="{3CC8991E-3813-4EA6-9158-B2879C112DFF}"/>
              </a:ext>
            </a:extLst>
          </p:cNvPr>
          <p:cNvSpPr>
            <a:spLocks xmlns:a="http://schemas.openxmlformats.org/drawingml/2006/main" noGrp="1"/>
          </p:cNvSpPr>
          <p:nvPr/>
        </p:nvSpPr>
        <p:spPr>
          <a:xfrm xmlns:a="http://schemas.openxmlformats.org/drawingml/2006/main">
            <a:off x="609600" y="381000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3BD87"/>
                </a:solidFill>
                <a:latin typeface="Bitstream Charter"/>
                <a:ea typeface="Bitstream Charter"/>
                <a:cs typeface="Bitstream Charter"/>
              </a:defRPr>
            </a:pPr>
            <a:r>
              <a:rPr sz="1800" b="0">
                <a:solidFill>
                  <a:srgbClr val="E3BD87"/>
                </a:solidFill>
                <a:latin typeface="Bitstream Charter"/>
                <a:ea typeface="Bitstream Charter"/>
                <a:cs typeface="Bitstream Charter"/>
              </a:rPr>
              <a:t>Proposed target: FPR ≤ 1%, recall ≥ 80%</a:t>
            </a:r>
          </a:p>
          <a:p xmlns:a="http://schemas.openxmlformats.org/drawingml/2006/main">
            <a:pPr>
              <a:defRPr sz="1800" b="0">
                <a:solidFill>
                  <a:srgbClr val="E3BD87"/>
                </a:solidFill>
                <a:latin typeface="Bitstream Charter"/>
                <a:ea typeface="Bitstream Charter"/>
                <a:cs typeface="Bitstream Charter"/>
              </a:defRPr>
            </a:pPr>
            <a:r>
              <a:rPr sz="1800" b="0">
                <a:solidFill>
                  <a:srgbClr val="E3BD87"/>
                </a:solidFill>
                <a:latin typeface="Bitstream Charter"/>
                <a:ea typeface="Bitstream Charter"/>
                <a:cs typeface="Bitstream Charter"/>
              </a:rPr>
              <a:t>reported separately for each held-out family.</a:t>
            </a:r>
          </a:p>
        </p:txBody>
      </p:sp>
      <p:sp>
        <p:nvSpPr>
          <p:cNvPr id="6" name="">
            <a:extLst xmlns:a="http://schemas.openxmlformats.org/drawingml/2006/main">
              <a:ext uri="{FF2B5EF4-FFF2-40B4-BE49-F238E27FC236}">
                <a16:creationId xmlns:a16="http://schemas.microsoft.com/office/drawing/2014/main" id="{82AD9438-9472-45BE-8AE1-6AEB409B7D26}"/>
              </a:ext>
            </a:extLst>
          </p:cNvPr>
          <p:cNvSpPr>
            <a:spLocks xmlns:a="http://schemas.openxmlformats.org/drawingml/2006/main" noGrp="1"/>
          </p:cNvSpPr>
          <p:nvPr/>
        </p:nvSpPr>
        <p:spPr>
          <a:xfrm xmlns:a="http://schemas.openxmlformats.org/drawingml/2006/main">
            <a:off x="6429375" y="2143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5F2CF"/>
                </a:solidFill>
                <a:latin typeface="Bitstream Charter"/>
                <a:ea typeface="Bitstream Charter"/>
                <a:cs typeface="Bitstream Charter"/>
              </a:defRPr>
            </a:pPr>
            <a:r>
              <a:rPr sz="2175" b="1">
                <a:solidFill>
                  <a:srgbClr val="B5F2CF"/>
                </a:solidFill>
                <a:latin typeface="Bitstream Charter"/>
                <a:ea typeface="Bitstream Charter"/>
                <a:cs typeface="Bitstream Charter"/>
              </a:rPr>
              <a:t>02  Shadow-mode customer pilot</a:t>
            </a:r>
          </a:p>
        </p:txBody>
      </p:sp>
      <p:sp>
        <p:nvSpPr>
          <p:cNvPr id="7" name="">
            <a:extLst xmlns:a="http://schemas.openxmlformats.org/drawingml/2006/main">
              <a:ext uri="{FF2B5EF4-FFF2-40B4-BE49-F238E27FC236}">
                <a16:creationId xmlns:a16="http://schemas.microsoft.com/office/drawing/2014/main" id="{1EB6D737-BBFD-400E-B5A8-5C9E6089FCF2}"/>
              </a:ext>
            </a:extLst>
          </p:cNvPr>
          <p:cNvSpPr>
            <a:spLocks xmlns:a="http://schemas.openxmlformats.org/drawingml/2006/main" noGrp="1"/>
          </p:cNvSpPr>
          <p:nvPr/>
        </p:nvSpPr>
        <p:spPr>
          <a:xfrm xmlns:a="http://schemas.openxmlformats.org/drawingml/2006/main">
            <a:off x="6429375" y="2667000"/>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Measure clean-history warning lead time.</a:t>
            </a:r>
          </a:p>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Require state forecasts to beat persistence.</a:t>
            </a:r>
          </a:p>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Validate stage labels and host attribution.</a:t>
            </a:r>
          </a:p>
        </p:txBody>
      </p:sp>
      <p:sp>
        <p:nvSpPr>
          <p:cNvPr id="8" name="">
            <a:extLst xmlns:a="http://schemas.openxmlformats.org/drawingml/2006/main">
              <a:ext uri="{FF2B5EF4-FFF2-40B4-BE49-F238E27FC236}">
                <a16:creationId xmlns:a16="http://schemas.microsoft.com/office/drawing/2014/main" id="{4D693E46-0853-419D-9564-E849A27355B2}"/>
              </a:ext>
            </a:extLst>
          </p:cNvPr>
          <p:cNvSpPr>
            <a:spLocks xmlns:a="http://schemas.openxmlformats.org/drawingml/2006/main" noGrp="1"/>
          </p:cNvSpPr>
          <p:nvPr/>
        </p:nvSpPr>
        <p:spPr>
          <a:xfrm xmlns:a="http://schemas.openxmlformats.org/drawingml/2006/main">
            <a:off x="6429375" y="3810000"/>
            <a:ext cx="5238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Review allowlists, rollback and tenant isolation.</a:t>
            </a:r>
          </a:p>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Enable enforcement only after independent</a:t>
            </a:r>
          </a:p>
          <a:p xmlns:a="http://schemas.openxmlformats.org/drawingml/2006/main">
            <a:pPr>
              <a:defRPr sz="1800" b="0">
                <a:solidFill>
                  <a:srgbClr val="E5EFF4"/>
                </a:solidFill>
                <a:latin typeface="Bitstream Charter"/>
                <a:ea typeface="Bitstream Charter"/>
                <a:cs typeface="Bitstream Charter"/>
              </a:defRPr>
            </a:pPr>
            <a:r>
              <a:rPr sz="1800" b="0">
                <a:solidFill>
                  <a:srgbClr val="E5EFF4"/>
                </a:solidFill>
                <a:latin typeface="Bitstream Charter"/>
                <a:ea typeface="Bitstream Charter"/>
                <a:cs typeface="Bitstream Charter"/>
              </a:rPr>
              <a:t>security review and agreed release gates.</a:t>
            </a:r>
          </a:p>
        </p:txBody>
      </p:sp>
      <p:sp>
        <p:nvSpPr>
          <p:cNvPr id="9" name="">
            <a:extLst xmlns:a="http://schemas.openxmlformats.org/drawingml/2006/main">
              <a:ext uri="{FF2B5EF4-FFF2-40B4-BE49-F238E27FC236}">
                <a16:creationId xmlns:a16="http://schemas.microsoft.com/office/drawing/2014/main" id="{22F1F69F-C518-4275-BC80-FBA14D3D3D9B}"/>
              </a:ext>
            </a:extLst>
          </p:cNvPr>
          <p:cNvSpPr>
            <a:spLocks xmlns:a="http://schemas.openxmlformats.org/drawingml/2006/main" noGrp="1"/>
          </p:cNvSpPr>
          <p:nvPr/>
        </p:nvSpPr>
        <p:spPr>
          <a:xfrm xmlns:a="http://schemas.openxmlformats.org/drawingml/2006/main">
            <a:off x="609600" y="55245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6B8C4"/>
                </a:solidFill>
                <a:latin typeface="Bitstream Charter"/>
                <a:ea typeface="Bitstream Charter"/>
                <a:cs typeface="Bitstream Charter"/>
              </a:defRPr>
            </a:pPr>
            <a:r>
              <a:rPr sz="1800" b="0">
                <a:solidFill>
                  <a:srgbClr val="A6B8C4"/>
                </a:solidFill>
                <a:latin typeface="Bitstream Charter"/>
                <a:ea typeface="Bitstream Charter"/>
                <a:cs typeface="Bitstream Charter"/>
              </a:rPr>
              <a:t>Console v5: real HTTP lab controls verified. Cross-day generalization remains open.</a:t>
            </a:r>
          </a:p>
        </p:txBody>
      </p:sp>
      <p:sp>
        <p:nvSpPr>
          <p:cNvPr id="10" name="">
            <a:extLst xmlns:a="http://schemas.openxmlformats.org/drawingml/2006/main">
              <a:ext uri="{FF2B5EF4-FFF2-40B4-BE49-F238E27FC236}">
                <a16:creationId xmlns:a16="http://schemas.microsoft.com/office/drawing/2014/main" id="{49AA199C-91A5-4E1A-A87D-DE5D26D661A5}"/>
              </a:ext>
            </a:extLst>
          </p:cNvPr>
          <p:cNvSpPr>
            <a:spLocks xmlns:a="http://schemas.openxmlformats.org/drawingml/2006/main" noGrp="1"/>
          </p:cNvSpPr>
          <p:nvPr/>
        </p:nvSpPr>
        <p:spPr>
          <a:xfrm xmlns:a="http://schemas.openxmlformats.org/drawingml/2006/main">
            <a:off x="609600" y="6334125"/>
            <a:ext cx="1095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6B8C4"/>
                </a:solidFill>
                <a:latin typeface="Bitstream Charter"/>
                <a:ea typeface="Bitstream Charter"/>
                <a:cs typeface="Bitstream Charter"/>
              </a:defRPr>
            </a:pPr>
            <a:r>
              <a:rPr sz="1275" b="0">
                <a:solidFill>
                  <a:srgbClr val="A6B8C4"/>
                </a:solidFill>
                <a:latin typeface="Bitstream Charter"/>
                <a:ea typeface="Bitstream Charter"/>
                <a:cs typeface="Bitstream Charter"/>
              </a:rPr>
              <a:t>Krishna Defence / SIH26153 / Proposed gates, not achieved results</a:t>
            </a:r>
          </a:p>
        </p:txBody>
      </p:sp>
    </p:spTree>
    <p:extLst>
      <p:ext uri="{BB962C8B-B14F-4D97-AF65-F5344CB8AC3E}">
        <p14:creationId xmlns:p14="http://schemas.microsoft.com/office/powerpoint/2010/main" val="1580751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2026-09-12T08:35:30.5620000Z</dcterms:created>
  <dcterms:modified xsi:type="dcterms:W3CDTF">2026-09-12T08:35:30.5620000Z</dcterms:modified>
</coreProperties>
</file>